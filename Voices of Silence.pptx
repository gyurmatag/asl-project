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cb18397a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cb18397a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fcb1839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fcb1839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fcb18397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fcb18397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fcb18397a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fcb18397a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fcb18397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fcb18397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yebt-kEMgid0CDhtb13X9NN7YhVF2Jep/view" TargetMode="External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from 2025-12-11 21-58-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88" y="152400"/>
            <a:ext cx="472421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1815000" y="1712825"/>
            <a:ext cx="5514000" cy="109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latin typeface="Times New Roman"/>
                <a:ea typeface="Times New Roman"/>
                <a:cs typeface="Times New Roman"/>
                <a:sym typeface="Times New Roman"/>
              </a:rPr>
              <a:t>Voices of Silence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4"/>
          <p:cNvSpPr txBox="1"/>
          <p:nvPr>
            <p:ph type="ctrTitle"/>
          </p:nvPr>
        </p:nvSpPr>
        <p:spPr>
          <a:xfrm>
            <a:off x="4311225" y="2881300"/>
            <a:ext cx="3505200" cy="64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2180">
                <a:latin typeface="Times New Roman"/>
                <a:ea typeface="Times New Roman"/>
                <a:cs typeface="Times New Roman"/>
                <a:sym typeface="Times New Roman"/>
              </a:rPr>
              <a:t>Gyuri, róka, Enikő &amp; Tiya</a:t>
            </a:r>
            <a:endParaRPr sz="21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2788200" y="1711950"/>
            <a:ext cx="3567600" cy="109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latin typeface="Times New Roman"/>
                <a:ea typeface="Times New Roman"/>
                <a:cs typeface="Times New Roman"/>
                <a:sym typeface="Times New Roman"/>
              </a:rPr>
              <a:t>Live Demo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IMG_7979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2650"/>
            <a:ext cx="8619446" cy="484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ctrTitle"/>
          </p:nvPr>
        </p:nvSpPr>
        <p:spPr>
          <a:xfrm>
            <a:off x="1083150" y="347050"/>
            <a:ext cx="6977700" cy="109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latin typeface="Times New Roman"/>
                <a:ea typeface="Times New Roman"/>
                <a:cs typeface="Times New Roman"/>
                <a:sym typeface="Times New Roman"/>
              </a:rPr>
              <a:t>Our application is live at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" name="Google Shape;76;p17" title="Screenshot from 2025-12-11 22-23-32.png"/>
          <p:cNvPicPr preferRelativeResize="0"/>
          <p:nvPr/>
        </p:nvPicPr>
        <p:blipFill rotWithShape="1">
          <a:blip r:embed="rId3">
            <a:alphaModFix/>
          </a:blip>
          <a:srcRect b="347" l="0" r="0" t="347"/>
          <a:stretch/>
        </p:blipFill>
        <p:spPr>
          <a:xfrm>
            <a:off x="3129925" y="2259366"/>
            <a:ext cx="2884150" cy="2884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17"/>
          <p:cNvGrpSpPr/>
          <p:nvPr/>
        </p:nvGrpSpPr>
        <p:grpSpPr>
          <a:xfrm>
            <a:off x="2357146" y="1749950"/>
            <a:ext cx="4429704" cy="509400"/>
            <a:chOff x="2224884" y="1749950"/>
            <a:chExt cx="4429704" cy="509400"/>
          </a:xfrm>
        </p:grpSpPr>
        <p:sp>
          <p:nvSpPr>
            <p:cNvPr id="78" name="Google Shape;78;p17"/>
            <p:cNvSpPr txBox="1"/>
            <p:nvPr/>
          </p:nvSpPr>
          <p:spPr>
            <a:xfrm>
              <a:off x="2415888" y="1749950"/>
              <a:ext cx="42387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" sz="2200">
                  <a:solidFill>
                    <a:schemeClr val="dk2"/>
                  </a:solidFill>
                </a:rPr>
                <a:t>https://asl-project-iota.vercel.app</a:t>
              </a:r>
              <a:endParaRPr sz="2200">
                <a:solidFill>
                  <a:schemeClr val="dk2"/>
                </a:solidFill>
              </a:endParaRPr>
            </a:p>
          </p:txBody>
        </p:sp>
        <p:pic>
          <p:nvPicPr>
            <p:cNvPr id="79" name="Google Shape;79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24884" y="1878750"/>
              <a:ext cx="245825" cy="251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333525" y="474525"/>
            <a:ext cx="8498700" cy="7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4600">
                <a:latin typeface="Times New Roman"/>
                <a:ea typeface="Times New Roman"/>
                <a:cs typeface="Times New Roman"/>
                <a:sym typeface="Times New Roman"/>
              </a:rPr>
              <a:t>How the past 3 hours were spent…</a:t>
            </a:r>
            <a:endParaRPr sz="4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810076" y="1286925"/>
            <a:ext cx="3107349" cy="406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236987" y="1262863"/>
            <a:ext cx="3094600" cy="409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